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route_navy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8778240" y="2743200"/>
            <a:ext cx="420624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4864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1E2833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548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DEVDAYS HACKATHON 2026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822960" cy="82296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6" name="Image 1" descr="icons/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06" y="2105406"/>
            <a:ext cx="452628" cy="452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278892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RutaSegura AI</a:t>
            </a:r>
            <a:endParaRPr lang="en-US" sz="4800" dirty="0"/>
          </a:p>
        </p:txBody>
      </p:sp>
      <p:sp>
        <p:nvSpPr>
          <p:cNvPr id="8" name="Text 4"/>
          <p:cNvSpPr/>
          <p:nvPr/>
        </p:nvSpPr>
        <p:spPr>
          <a:xfrm>
            <a:off x="548640" y="3794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de última milla que priorizan </a:t>
            </a:r>
            <a:pPr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pPr indent="0" marL="0">
              <a:buNone/>
            </a:pPr>
            <a:r>
              <a:rPr lang="en-US" sz="2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solo velocidad.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48640" y="6035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5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conversacional que cruza rutas logísticas con datos reales de incidentes en México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problema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de ruteo actuales solo optimizan tiempo y distancia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21992"/>
            <a:ext cx="685800" cy="6858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6" name="Image 0" descr="icons/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85" y="2376297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09397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distancia más corta no siempre es la más segura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74520" y="249631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apps de navegación ignoran por completo el historial de incidentes en el trayecto.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639312"/>
            <a:ext cx="685800" cy="6858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1" name="Image 1" descr="icons/tru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85" y="3793617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351129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CEDIS mueve cargas críticas todos los días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874520" y="391363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mala ruta expone camiones, mercancía y operadores a mayor riesgo sin que nadie lo detecte a tiempo.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8006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5056632"/>
            <a:ext cx="685800" cy="6858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6" name="Image 2" descr="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985" y="5210937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92861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 hoy depende de la experiencia del operador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74520" y="533095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una forma rápida y objetiva de comparar el riesgo real entre rutas alternativas.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Cómo funciona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conversacional en tres pasos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3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851660" y="2926080"/>
            <a:ext cx="822960" cy="82296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7" name="Image 0" descr="icons/ch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6826" y="3111246"/>
            <a:ext cx="452628" cy="4526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0233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en lenguaje natural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"Necesito una ruta del CEDIS de CDMX al de Nuevo León"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995928" y="356616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297680" y="214884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2628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3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5600700" y="2926080"/>
            <a:ext cx="822960" cy="82296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4" name="Image 1" descr="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866" y="3111246"/>
            <a:ext cx="452628" cy="4526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0" y="40233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cruza dos fuentes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72000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alternativas en tiempo real + base de datos de incidentes viales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744968" y="356616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8046720" y="214884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27532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3E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Shape 16"/>
          <p:cNvSpPr/>
          <p:nvPr/>
        </p:nvSpPr>
        <p:spPr>
          <a:xfrm>
            <a:off x="9349740" y="2926080"/>
            <a:ext cx="822960" cy="82296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1" name="Image 2" descr="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4906" y="3111246"/>
            <a:ext cx="452628" cy="45262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21040" y="40233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Recomienda la ruta más segura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321040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 más corta: la que minimiza exposición real al riesgo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 acción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CEDIS área metropolitana → CEDIS Nuevo León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20640" cy="4206240"/>
          </a:xfrm>
          <a:prstGeom prst="roundRect">
            <a:avLst>
              <a:gd name="adj" fmla="val 3261"/>
            </a:avLst>
          </a:prstGeom>
          <a:solidFill>
            <a:srgbClr val="131A22"/>
          </a:solidFill>
          <a:ln/>
          <a:effectLst>
            <a:outerShdw sx="100000" sy="100000" kx="0" ky="0" algn="bl" rotWithShape="0" blurRad="127000" dist="50800" dir="5400000">
              <a:srgbClr val="1A25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6" name="Image 0" descr="icons/cha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3431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240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RutaSegura AI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920240" y="2926080"/>
            <a:ext cx="3383280" cy="868680"/>
          </a:xfrm>
          <a:prstGeom prst="roundRect">
            <a:avLst>
              <a:gd name="adj" fmla="val 12632"/>
            </a:avLst>
          </a:prstGeom>
          <a:solidFill>
            <a:srgbClr val="FF9900"/>
          </a:solidFill>
          <a:ln/>
        </p:spPr>
      </p:sp>
      <p:sp>
        <p:nvSpPr>
          <p:cNvPr id="9" name="Text 6"/>
          <p:cNvSpPr/>
          <p:nvPr/>
        </p:nvSpPr>
        <p:spPr>
          <a:xfrm>
            <a:off x="2057400" y="3017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una ruta del CEDIS área metropolitana al CEDIS Nuevo León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3977640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1E2833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4114800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Encontré 2 rutas disponibles: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1: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890 km · 9.2 h · riesgo moderado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2: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905 km · 9.5 h · menor incidencia
</a:t>
            </a:r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9F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Recomiendo la Ruta 2 por seguridad.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89320" y="1965960"/>
            <a:ext cx="56692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76200" dist="25400" dir="5400000">
              <a:srgbClr val="1A253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6364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263640" y="2743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890 km</a:t>
            </a:r>
            <a:pPr indent="0" marL="0">
              <a:buNone/>
            </a:pPr>
            <a:r>
              <a:rPr lang="en-US" sz="1400" dirty="0">
                <a:solidFill>
                  <a:srgbClr val="C0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 h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63640" y="3246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moderado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89320" y="4251960"/>
            <a:ext cx="56692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  <a:effectLst>
            <a:outerShdw sx="100000" sy="100000" kx="0" ky="0" algn="bl" rotWithShape="0" blurRad="76200" dist="25400" dir="5400000">
              <a:srgbClr val="1A253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784080" y="443484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8" name="Text 15"/>
          <p:cNvSpPr/>
          <p:nvPr/>
        </p:nvSpPr>
        <p:spPr>
          <a:xfrm>
            <a:off x="9784080" y="4434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SEGURA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63640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2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263640" y="5029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905 km</a:t>
            </a:r>
            <a:pPr indent="0" marL="0">
              <a:buNone/>
            </a:pPr>
            <a:r>
              <a:rPr lang="en-US" sz="1400" dirty="0">
                <a:solidFill>
                  <a:srgbClr val="C0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 h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263640" y="5532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8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incidencia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shield_navy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8686800" y="-548640"/>
            <a:ext cx="4389120" cy="4389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 qué importa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594360" cy="59436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5" name="Image 1" descr="icons/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71" y="1733931"/>
            <a:ext cx="326898" cy="3268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5880" y="1554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basada en datos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1325880" y="18928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objetivas, no intuición del operador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48640" y="2514600"/>
            <a:ext cx="594360" cy="59436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9" name="Image 2" descr="icons/cha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71" y="2648331"/>
            <a:ext cx="326898" cy="3268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2468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en segundos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325880" y="28072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pregunta en lenguaje natural, sin dashboards complejos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548640" y="3429000"/>
            <a:ext cx="594360" cy="59436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3" name="Image 3" descr="icons/rout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71" y="3562731"/>
            <a:ext cx="326898" cy="3268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25880" y="3383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 a todo México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325880" y="37216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corredor logístico, cualquier par de CEDIS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48640" y="4709160"/>
            <a:ext cx="5852160" cy="0"/>
          </a:xfrm>
          <a:prstGeom prst="line">
            <a:avLst/>
          </a:prstGeom>
          <a:noFill/>
          <a:ln w="12700">
            <a:solidFill>
              <a:srgbClr val="2A3B4D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48640" y="4937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9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RutaSegura AI</a:t>
            </a:r>
            <a:endParaRPr lang="en-US" sz="2400" dirty="0"/>
          </a:p>
        </p:txBody>
      </p:sp>
      <p:sp>
        <p:nvSpPr>
          <p:cNvPr id="18" name="Text 12"/>
          <p:cNvSpPr/>
          <p:nvPr/>
        </p:nvSpPr>
        <p:spPr>
          <a:xfrm>
            <a:off x="54864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DevDays Hackathon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2026-08-08T20:03:56Z</dcterms:created>
  <dcterms:modified xsi:type="dcterms:W3CDTF">2026-08-08T20:03:56Z</dcterms:modified>
</cp:coreProperties>
</file>